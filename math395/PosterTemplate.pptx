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26" d="100"/>
          <a:sy n="26" d="100"/>
        </p:scale>
        <p:origin x="3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2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1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2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7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0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8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9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2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4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3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904EC-7E10-48A5-92D1-3319CA64DFC2}" type="datetimeFigureOut">
              <a:rPr lang="en-US" smtClean="0"/>
              <a:t>4/21/2015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2EA0-F407-467A-90E7-D9676D3B5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5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0" y="4191000"/>
            <a:ext cx="4389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0" y="0"/>
            <a:ext cx="38366700" cy="419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 smtClean="0">
                <a:solidFill>
                  <a:schemeClr val="tx1"/>
                </a:solidFill>
              </a:rPr>
              <a:t>MY TITLE</a:t>
            </a:r>
            <a:br>
              <a:rPr lang="en-US" sz="13800" dirty="0" smtClean="0">
                <a:solidFill>
                  <a:schemeClr val="tx1"/>
                </a:solidFill>
              </a:rPr>
            </a:br>
            <a:r>
              <a:rPr lang="en-US" sz="4000" dirty="0" smtClean="0">
                <a:solidFill>
                  <a:schemeClr val="tx1"/>
                </a:solidFill>
              </a:rPr>
              <a:t>Chris Malone</a:t>
            </a:r>
            <a:br>
              <a:rPr lang="en-US" sz="4000" dirty="0" smtClean="0">
                <a:solidFill>
                  <a:schemeClr val="tx1"/>
                </a:solidFill>
              </a:rPr>
            </a:br>
            <a:r>
              <a:rPr lang="en-US" sz="4000" dirty="0" smtClean="0">
                <a:solidFill>
                  <a:schemeClr val="tx1"/>
                </a:solidFill>
              </a:rPr>
              <a:t>cmalone@winona.edu </a:t>
            </a:r>
            <a:endParaRPr lang="en-US" sz="13800" dirty="0">
              <a:solidFill>
                <a:schemeClr val="tx1"/>
              </a:solidFill>
            </a:endParaRPr>
          </a:p>
        </p:txBody>
      </p:sp>
      <p:pic>
        <p:nvPicPr>
          <p:cNvPr id="12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79" y="377952"/>
            <a:ext cx="2453640" cy="3435096"/>
          </a:xfrm>
          <a:prstGeom prst="rect">
            <a:avLst/>
          </a:prstGeom>
        </p:spPr>
      </p:pic>
      <p:pic>
        <p:nvPicPr>
          <p:cNvPr id="13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7881" y="377952"/>
            <a:ext cx="2453640" cy="34350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6139079"/>
            <a:ext cx="6515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Introduction</a:t>
            </a:r>
            <a:endParaRPr lang="en-US" sz="4400" dirty="0"/>
          </a:p>
        </p:txBody>
      </p:sp>
      <p:sp>
        <p:nvSpPr>
          <p:cNvPr id="16" name="TextBox 15"/>
          <p:cNvSpPr txBox="1"/>
          <p:nvPr/>
        </p:nvSpPr>
        <p:spPr>
          <a:xfrm>
            <a:off x="2743200" y="7619326"/>
            <a:ext cx="948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This is the contents of the introduction</a:t>
            </a:r>
            <a:endParaRPr lang="en-US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13035179"/>
            <a:ext cx="6515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Section 2</a:t>
            </a:r>
            <a:endParaRPr lang="en-US" sz="4400" dirty="0"/>
          </a:p>
        </p:txBody>
      </p:sp>
      <p:sp>
        <p:nvSpPr>
          <p:cNvPr id="18" name="TextBox 17"/>
          <p:cNvSpPr txBox="1"/>
          <p:nvPr/>
        </p:nvSpPr>
        <p:spPr>
          <a:xfrm>
            <a:off x="2743200" y="14515426"/>
            <a:ext cx="948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This is the contents of the section 2</a:t>
            </a:r>
            <a:endParaRPr lang="en-US" sz="3200" dirty="0"/>
          </a:p>
        </p:txBody>
      </p:sp>
      <p:pic>
        <p:nvPicPr>
          <p:cNvPr id="19" name="Picture 1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11450" y="6908520"/>
            <a:ext cx="8077200" cy="710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15411450" y="14515425"/>
            <a:ext cx="948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Figure 1: 2^5 Design 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1242000" y="26255879"/>
            <a:ext cx="6515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Conclusion</a:t>
            </a:r>
            <a:endParaRPr lang="en-US" sz="4400" dirty="0"/>
          </a:p>
        </p:txBody>
      </p:sp>
      <p:sp>
        <p:nvSpPr>
          <p:cNvPr id="22" name="TextBox 21"/>
          <p:cNvSpPr txBox="1"/>
          <p:nvPr/>
        </p:nvSpPr>
        <p:spPr>
          <a:xfrm>
            <a:off x="33985200" y="27736126"/>
            <a:ext cx="948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This is the contents of the conclusion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90181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33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Winona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Malone, Christopher J</dc:creator>
  <cp:lastModifiedBy>Malone, Christopher J</cp:lastModifiedBy>
  <cp:revision>3</cp:revision>
  <dcterms:created xsi:type="dcterms:W3CDTF">2015-04-21T21:37:19Z</dcterms:created>
  <dcterms:modified xsi:type="dcterms:W3CDTF">2015-04-21T21:47:33Z</dcterms:modified>
</cp:coreProperties>
</file>